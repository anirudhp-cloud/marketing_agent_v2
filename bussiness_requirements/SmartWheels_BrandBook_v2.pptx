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21420"/>
          </a:solidFill>
          <a:ln w="12700">
            <a:solidFill>
              <a:srgbClr val="1214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548640"/>
            <a:ext cx="5029200" cy="8961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00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2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Identity Guide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2487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4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Complete Brand Playbook — 2025 Edition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371600" y="3017520"/>
            <a:ext cx="6400800" cy="36576"/>
          </a:xfrm>
          <a:prstGeom prst="rect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71600" y="3200400"/>
            <a:ext cx="2011680" cy="347472"/>
          </a:xfrm>
          <a:prstGeom prst="rect">
            <a:avLst/>
          </a:prstGeom>
          <a:solidFill>
            <a:srgbClr val="F2EFFE"/>
          </a:solidFill>
          <a:ln w="6350">
            <a:solidFill>
              <a:srgbClr val="CCCC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01568" y="3200400"/>
            <a:ext cx="437083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17320" y="321868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47288" y="3218688"/>
            <a:ext cx="4279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4G LTE Plug-and-Play OBD-II GPS Trackers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371600" y="3611880"/>
            <a:ext cx="2011680" cy="347472"/>
          </a:xfrm>
          <a:prstGeom prst="rect">
            <a:avLst/>
          </a:prstGeom>
          <a:solidFill>
            <a:srgbClr val="F2EFFE"/>
          </a:solidFill>
          <a:ln w="6350">
            <a:solidFill>
              <a:srgbClr val="CCCC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01568" y="3611880"/>
            <a:ext cx="437083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17320" y="363016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447288" y="3630168"/>
            <a:ext cx="4279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SmartWheelsGPS.com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371600" y="4023360"/>
            <a:ext cx="2011680" cy="347472"/>
          </a:xfrm>
          <a:prstGeom prst="rect">
            <a:avLst/>
          </a:prstGeom>
          <a:solidFill>
            <a:srgbClr val="F2EFFE"/>
          </a:solidFill>
          <a:ln w="6350">
            <a:solidFill>
              <a:srgbClr val="CCCC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01568" y="4023360"/>
            <a:ext cx="437083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17320" y="404164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447288" y="4041648"/>
            <a:ext cx="4279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Edition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6B4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"Safeguarding Every Journey. Protecting Every Driver."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Core Identity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64592"/>
            <a:ext cx="2286000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4592" y="896112"/>
            <a:ext cx="2029968" cy="2286000"/>
          </a:xfrm>
          <a:prstGeom prst="rect">
            <a:avLst/>
          </a:prstGeom>
          <a:solidFill>
            <a:srgbClr val="121420"/>
          </a:solidFill>
          <a:ln w="12700">
            <a:solidFill>
              <a:srgbClr val="1214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042416"/>
            <a:ext cx="914400" cy="914400"/>
          </a:xfrm>
          <a:prstGeom prst="ellipse">
            <a:avLst/>
          </a:prstGeom>
          <a:solidFill>
            <a:srgbClr val="6B40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104241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10312" y="2103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10312" y="2514600"/>
            <a:ext cx="1938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upfront costs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395728" y="896112"/>
            <a:ext cx="2029968" cy="2286000"/>
          </a:xfrm>
          <a:prstGeom prst="rect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44368" y="1042416"/>
            <a:ext cx="914400" cy="914400"/>
          </a:xfrm>
          <a:prstGeom prst="ellipse">
            <a:avLst/>
          </a:prstGeom>
          <a:solidFill>
            <a:srgbClr val="1214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44368" y="104241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∅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441448" y="2103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Contracts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441448" y="2514600"/>
            <a:ext cx="1938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anytime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26864" y="896112"/>
            <a:ext cx="2029968" cy="2286000"/>
          </a:xfrm>
          <a:prstGeom prst="rect">
            <a:avLst/>
          </a:prstGeom>
          <a:solidFill>
            <a:srgbClr val="121420"/>
          </a:solidFill>
          <a:ln w="12700">
            <a:solidFill>
              <a:srgbClr val="1214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175504" y="1042416"/>
            <a:ext cx="914400" cy="914400"/>
          </a:xfrm>
          <a:prstGeom prst="ellipse">
            <a:avLst/>
          </a:prstGeom>
          <a:solidFill>
            <a:srgbClr val="6B40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75504" y="104241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672584" y="2103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672584" y="2514600"/>
            <a:ext cx="1938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OBD-II port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858000" y="896112"/>
            <a:ext cx="2029968" cy="2286000"/>
          </a:xfrm>
          <a:prstGeom prst="rect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406640" y="1042416"/>
            <a:ext cx="914400" cy="914400"/>
          </a:xfrm>
          <a:prstGeom prst="ellipse">
            <a:avLst/>
          </a:prstGeom>
          <a:solidFill>
            <a:srgbClr val="1214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06640" y="104241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903720" y="2103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Warranty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903720" y="2514600"/>
            <a:ext cx="1938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Lifetime coverage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64592" y="33101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Keywords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164592" y="3749040"/>
            <a:ext cx="2834640" cy="384048"/>
          </a:xfrm>
          <a:prstGeom prst="rect">
            <a:avLst/>
          </a:prstGeom>
          <a:solidFill>
            <a:srgbClr val="F2EFFE"/>
          </a:solidFill>
          <a:ln w="6350">
            <a:solidFill>
              <a:srgbClr val="CCCCE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8600" y="37490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Peace of Mind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154680" y="3749040"/>
            <a:ext cx="2834640" cy="384048"/>
          </a:xfrm>
          <a:prstGeom prst="rect">
            <a:avLst/>
          </a:prstGeom>
          <a:solidFill>
            <a:srgbClr val="F2EFFE"/>
          </a:solidFill>
          <a:ln w="6350">
            <a:solidFill>
              <a:srgbClr val="CCCC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18688" y="37490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Visibility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144768" y="3749040"/>
            <a:ext cx="2834640" cy="384048"/>
          </a:xfrm>
          <a:prstGeom prst="rect">
            <a:avLst/>
          </a:prstGeom>
          <a:solidFill>
            <a:srgbClr val="F2EFFE"/>
          </a:solidFill>
          <a:ln w="6350">
            <a:solidFill>
              <a:srgbClr val="CCCC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08776" y="37490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Vehicle Health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164592" y="4251960"/>
            <a:ext cx="2834640" cy="384048"/>
          </a:xfrm>
          <a:prstGeom prst="rect">
            <a:avLst/>
          </a:prstGeom>
          <a:solidFill>
            <a:srgbClr val="F2EFFE"/>
          </a:solidFill>
          <a:ln w="6350">
            <a:solidFill>
              <a:srgbClr val="CCCCE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28600" y="42519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Safe Zones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154680" y="4251960"/>
            <a:ext cx="2834640" cy="384048"/>
          </a:xfrm>
          <a:prstGeom prst="rect">
            <a:avLst/>
          </a:prstGeom>
          <a:solidFill>
            <a:srgbClr val="F2EFFE"/>
          </a:solidFill>
          <a:ln w="6350">
            <a:solidFill>
              <a:srgbClr val="CCCCE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18688" y="42519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Safeguarding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144768" y="4251960"/>
            <a:ext cx="2834640" cy="384048"/>
          </a:xfrm>
          <a:prstGeom prst="rect">
            <a:avLst/>
          </a:prstGeom>
          <a:solidFill>
            <a:srgbClr val="F2EFFE"/>
          </a:solidFill>
          <a:ln w="6350">
            <a:solidFill>
              <a:srgbClr val="CCCCE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08776" y="42519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Brand Voice &amp; Persona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91440"/>
            <a:ext cx="2286000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7772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A17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VIGILANT GUARDIAN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82880" y="1371600"/>
            <a:ext cx="4297680" cy="1234440"/>
          </a:xfrm>
          <a:prstGeom prst="rect">
            <a:avLst/>
          </a:prstGeom>
          <a:solidFill>
            <a:srgbClr val="1A1F35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2880" y="1371600"/>
            <a:ext cx="64008" cy="1234440"/>
          </a:xfrm>
          <a:prstGeom prst="rect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14813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17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47472" y="189280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knowledge, confident tone, trusted advisor.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4297680" cy="1234440"/>
          </a:xfrm>
          <a:prstGeom prst="rect">
            <a:avLst/>
          </a:prstGeom>
          <a:solidFill>
            <a:srgbClr val="1A1F35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371600"/>
            <a:ext cx="64008" cy="1234440"/>
          </a:xfrm>
          <a:prstGeom prst="rect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19472" y="14813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17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Protective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919472" y="189280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outcomes first. Features serve feelings.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82880" y="2761488"/>
            <a:ext cx="4297680" cy="1234440"/>
          </a:xfrm>
          <a:prstGeom prst="rect">
            <a:avLst/>
          </a:prstGeom>
          <a:solidFill>
            <a:srgbClr val="1A1F35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82880" y="2761488"/>
            <a:ext cx="64008" cy="1234440"/>
          </a:xfrm>
          <a:prstGeom prst="rect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7472" y="287121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17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47472" y="328269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jargon. If a 10-year-old can't get it, rewrite it.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2761488"/>
            <a:ext cx="4297680" cy="1234440"/>
          </a:xfrm>
          <a:prstGeom prst="rect">
            <a:avLst/>
          </a:prstGeom>
          <a:solidFill>
            <a:srgbClr val="1A1F35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54880" y="2761488"/>
            <a:ext cx="64008" cy="1234440"/>
          </a:xfrm>
          <a:prstGeom prst="rect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19472" y="287121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17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919472" y="328269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control and clarity — never helplessness.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82880" y="4315968"/>
            <a:ext cx="8778240" cy="566928"/>
          </a:xfrm>
          <a:prstGeom prst="rect">
            <a:avLst/>
          </a:prstGeom>
          <a:solidFill>
            <a:srgbClr val="0D1020"/>
          </a:solidFill>
          <a:ln w="6350">
            <a:solidFill>
              <a:srgbClr val="6B40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352544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NEVER: </a:t>
            </a:r>
            <a:pPr algn="ctr" indent="0" marL="0">
              <a:buNone/>
            </a:pPr>
            <a:r>
              <a:rPr lang="en-US" sz="1100" dirty="0">
                <a:solidFill>
                  <a:srgbClr val="FF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Spying  •  Surveillance  </a:t>
            </a:r>
            <a:pPr algn="ctr" indent="0" marL="0">
              <a:buNone/>
            </a:pPr>
            <a:r>
              <a:rPr lang="en-US" sz="1100" b="1" dirty="0">
                <a:solidFill>
                  <a:srgbClr val="88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ALWAYS: </a:t>
            </a:r>
            <a:pPr algn="ctr" indent="0" marL="0">
              <a:buNone/>
            </a:pPr>
            <a:r>
              <a:rPr lang="en-US" sz="1100" dirty="0">
                <a:solidFill>
                  <a:srgbClr val="88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Safeguarding  •  Monitoring  •  Transparency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Audience Segments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64592"/>
            <a:ext cx="2286000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4592" y="868680"/>
            <a:ext cx="4206240" cy="4023360"/>
          </a:xfrm>
          <a:prstGeom prst="rect">
            <a:avLst/>
          </a:prstGeom>
          <a:solidFill>
            <a:srgbClr val="121420"/>
          </a:solidFill>
          <a:ln w="12700">
            <a:solidFill>
              <a:srgbClr val="1214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28600" y="96012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28600" y="14630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17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Safety &amp; Anxiety Relief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6032" y="1828800"/>
            <a:ext cx="4041648" cy="27432"/>
          </a:xfrm>
          <a:prstGeom prst="rect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" y="1938528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7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child arrived safely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56032" y="2395728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7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Safe Zone alerts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56032" y="2852928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7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Peace of mind — no calls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56032" y="3310128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7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10-second install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56032" y="4114800"/>
            <a:ext cx="4041648" cy="530352"/>
          </a:xfrm>
          <a:prstGeom prst="rect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6032" y="4114800"/>
            <a:ext cx="40416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your family today.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645152" y="868680"/>
            <a:ext cx="4315968" cy="4023360"/>
          </a:xfrm>
          <a:prstGeom prst="rect">
            <a:avLst/>
          </a:prstGeom>
          <a:solidFill>
            <a:srgbClr val="F2EFFE"/>
          </a:solidFill>
          <a:ln w="12700">
            <a:solidFill>
              <a:srgbClr val="6B40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709160" y="96012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MANAGERS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709160" y="146304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4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ROI, Fuel Savings &amp; Efficiency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36592" y="1828800"/>
            <a:ext cx="4151376" cy="27432"/>
          </a:xfrm>
          <a:prstGeom prst="rect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36592" y="1938528"/>
            <a:ext cx="4151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savings via routing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36592" y="2395728"/>
            <a:ext cx="4151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fleet visibility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36592" y="2852928"/>
            <a:ext cx="4151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accountability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736592" y="3310128"/>
            <a:ext cx="4151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long-term commitment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36592" y="4114800"/>
            <a:ext cx="4151376" cy="530352"/>
          </a:xfrm>
          <a:prstGeom prst="rect">
            <a:avLst/>
          </a:prstGeom>
          <a:solidFill>
            <a:srgbClr val="121420"/>
          </a:solidFill>
          <a:ln w="12700">
            <a:solidFill>
              <a:srgbClr val="12142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4114800"/>
            <a:ext cx="4151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tracking today.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Visual Identity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64592"/>
            <a:ext cx="2286000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Palette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82880" y="1371600"/>
            <a:ext cx="2029968" cy="1280160"/>
          </a:xfrm>
          <a:prstGeom prst="rect">
            <a:avLst/>
          </a:prstGeom>
          <a:solidFill>
            <a:srgbClr val="121420"/>
          </a:solidFill>
          <a:ln w="6350">
            <a:solidFill>
              <a:srgbClr val="CCCC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82880" y="155448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#121420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82880" y="274320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Midnight Navy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82880" y="3063240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Backgrounds &amp; Headings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395728" y="1371600"/>
            <a:ext cx="2029968" cy="1280160"/>
          </a:xfrm>
          <a:prstGeom prst="rect">
            <a:avLst/>
          </a:prstGeom>
          <a:solidFill>
            <a:srgbClr val="6B40DB"/>
          </a:solidFill>
          <a:ln w="6350">
            <a:solidFill>
              <a:srgbClr val="CCCC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395728" y="155448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#6B40DB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395728" y="274320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 Purple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395728" y="3063240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CTAs &amp; Highlights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08576" y="1371600"/>
            <a:ext cx="2029968" cy="1280160"/>
          </a:xfrm>
          <a:prstGeom prst="rect">
            <a:avLst/>
          </a:prstGeom>
          <a:solidFill>
            <a:srgbClr val="A178F7"/>
          </a:solidFill>
          <a:ln w="6350">
            <a:solidFill>
              <a:srgbClr val="CCCC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608576" y="155448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#A178F7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608576" y="274320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Violet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608576" y="3063240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Gradients &amp; Accents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821424" y="1371600"/>
            <a:ext cx="2029968" cy="128016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821424" y="155448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#FFFFFF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21424" y="274320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White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821424" y="3063240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on Dark BG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28600" y="34930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Logo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82880" y="3886200"/>
            <a:ext cx="8778240" cy="1005840"/>
          </a:xfrm>
          <a:prstGeom prst="rect">
            <a:avLst/>
          </a:prstGeom>
          <a:solidFill>
            <a:srgbClr val="FAFAFA"/>
          </a:solidFill>
          <a:ln w="9525">
            <a:solidFill>
              <a:srgbClr val="DDDDDD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931920"/>
            <a:ext cx="4572000" cy="8138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Content &amp; Formatting Standards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64592"/>
            <a:ext cx="2286000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960120"/>
            <a:ext cx="4297680" cy="1572768"/>
          </a:xfrm>
          <a:prstGeom prst="rect">
            <a:avLst/>
          </a:prstGeom>
          <a:solidFill>
            <a:srgbClr val="F2EFFE"/>
          </a:solidFill>
          <a:ln w="9525">
            <a:solidFill>
              <a:srgbClr val="CCCC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11887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 Headers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1618488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the benefit, not a vague label.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960120"/>
            <a:ext cx="4297680" cy="1572768"/>
          </a:xfrm>
          <a:prstGeom prst="rect">
            <a:avLst/>
          </a:prstGeom>
          <a:solidFill>
            <a:srgbClr val="F2EFFE"/>
          </a:solidFill>
          <a:ln w="9525">
            <a:solidFill>
              <a:srgbClr val="CCCC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1280160"/>
            <a:ext cx="502920" cy="502920"/>
          </a:xfrm>
          <a:prstGeom prst="ellipse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577840" y="11887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Bullet Points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577840" y="1618488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lines max. Lead with the benefit.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82880" y="2788920"/>
            <a:ext cx="4297680" cy="1572768"/>
          </a:xfrm>
          <a:prstGeom prst="rect">
            <a:avLst/>
          </a:prstGeom>
          <a:solidFill>
            <a:srgbClr val="F2EFFE"/>
          </a:solidFill>
          <a:ln w="9525">
            <a:solidFill>
              <a:srgbClr val="CCCC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" y="3108960"/>
            <a:ext cx="502920" cy="502920"/>
          </a:xfrm>
          <a:prstGeom prst="ellipse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05840" y="30175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on Every Piece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05840" y="3447288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end with an approved Call to Action.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54880" y="2788920"/>
            <a:ext cx="4297680" cy="1572768"/>
          </a:xfrm>
          <a:prstGeom prst="rect">
            <a:avLst/>
          </a:prstGeom>
          <a:solidFill>
            <a:srgbClr val="F2EFFE"/>
          </a:solidFill>
          <a:ln w="9525">
            <a:solidFill>
              <a:srgbClr val="CCCC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937760" y="3108960"/>
            <a:ext cx="502920" cy="502920"/>
          </a:xfrm>
          <a:prstGeom prst="ellipse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3776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577840" y="30175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Benefit-First Copy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577840" y="3447288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outcome first, then the feature.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182880" y="4645152"/>
            <a:ext cx="8778240" cy="347472"/>
          </a:xfrm>
          <a:prstGeom prst="rect">
            <a:avLst/>
          </a:prstGeom>
          <a:solidFill>
            <a:srgbClr val="121420"/>
          </a:solidFill>
          <a:ln w="12700">
            <a:solidFill>
              <a:srgbClr val="12142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4663440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17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Parents: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your family today.  </a:t>
            </a:r>
            <a:pPr algn="ctr" indent="0" marL="0">
              <a:buNone/>
            </a:pPr>
            <a:r>
              <a:rPr lang="en-US" sz="1000" b="1" dirty="0">
                <a:solidFill>
                  <a:srgbClr val="A17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Fleet: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tracking today.  </a:t>
            </a:r>
            <a:pPr algn="ctr" indent="0" marL="0">
              <a:buNone/>
            </a:pPr>
            <a:r>
              <a:rPr lang="en-US" sz="1000" b="1" dirty="0">
                <a:solidFill>
                  <a:srgbClr val="A17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General: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real-time visibility now.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21420"/>
          </a:solidFill>
          <a:ln w="12700">
            <a:solidFill>
              <a:srgbClr val="12142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502920"/>
            <a:ext cx="5029200" cy="8961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71600" y="1536192"/>
            <a:ext cx="6400800" cy="36576"/>
          </a:xfrm>
          <a:prstGeom prst="rect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6B4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"Peace of Mind. Real-Time Visibility. Every Mile."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74320" y="2743200"/>
            <a:ext cx="2651760" cy="1554480"/>
          </a:xfrm>
          <a:prstGeom prst="rect">
            <a:avLst/>
          </a:prstGeom>
          <a:solidFill>
            <a:srgbClr val="121420"/>
          </a:solidFill>
          <a:ln w="12700">
            <a:solidFill>
              <a:srgbClr val="1214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74320" y="28529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7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3255264"/>
            <a:ext cx="2377440" cy="27432"/>
          </a:xfrm>
          <a:prstGeom prst="rect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333756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your family today.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172968" y="2743200"/>
            <a:ext cx="2651760" cy="1554480"/>
          </a:xfrm>
          <a:prstGeom prst="rect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172968" y="28529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Managers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310128" y="3255264"/>
            <a:ext cx="237744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2968" y="333756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tracking today.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71616" y="2743200"/>
            <a:ext cx="2651760" cy="1554480"/>
          </a:xfrm>
          <a:prstGeom prst="rect">
            <a:avLst/>
          </a:prstGeom>
          <a:solidFill>
            <a:srgbClr val="121420"/>
          </a:solidFill>
          <a:ln w="12700">
            <a:solidFill>
              <a:srgbClr val="1214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71616" y="28529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7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08776" y="3255264"/>
            <a:ext cx="2377440" cy="27432"/>
          </a:xfrm>
          <a:prstGeom prst="rect">
            <a:avLst/>
          </a:prstGeom>
          <a:solidFill>
            <a:srgbClr val="6B40DB"/>
          </a:solidFill>
          <a:ln w="12700">
            <a:solidFill>
              <a:srgbClr val="6B40D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71616" y="333756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real-time visibility now.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44622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SmartWheelsGPS.com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SmartWheelsGPS Brand Identity Guide</dc:title>
  <dc:subject>PptxGenJS Presentation</dc:subject>
  <dc:creator>PptxGenJS</dc:creator>
  <cp:lastModifiedBy>PptxGenJS</cp:lastModifiedBy>
  <cp:revision>1</cp:revision>
  <dcterms:created xsi:type="dcterms:W3CDTF">2026-03-18T09:06:37Z</dcterms:created>
  <dcterms:modified xsi:type="dcterms:W3CDTF">2026-03-18T09:06:37Z</dcterms:modified>
</cp:coreProperties>
</file>